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 표지 · 10초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② 문제 · 30초 · 페르소나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③ 해결 · 20초 · Must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④ 데모 · 60초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⑤ 기술 · 20초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⑥ 숫자 · 20초 · 오늘 밤 마케팅 후 기입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⑦ 배운 점 · 15초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⑧ 다음 · 5초 · Won't + QR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엘펜그라운드</dc:title>
  <dc:subject>PptxGenJS Presentation</dc:subject>
  <dc:creator>Created by Marp</dc:creator>
  <cp:lastModifiedBy>Created by Marp</cp:lastModifiedBy>
  <cp:revision>1</cp:revision>
  <dcterms:created xsi:type="dcterms:W3CDTF">2026-08-18T17:43:04Z</dcterms:created>
  <dcterms:modified xsi:type="dcterms:W3CDTF">2026-08-18T17:43:04Z</dcterms:modified>
</cp:coreProperties>
</file>